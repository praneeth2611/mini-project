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70" r:id="rId3"/>
    <p:sldId id="271" r:id="rId4"/>
    <p:sldId id="261" r:id="rId5"/>
    <p:sldId id="287" r:id="rId6"/>
    <p:sldId id="286" r:id="rId7"/>
    <p:sldId id="281" r:id="rId8"/>
    <p:sldId id="28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B9DB725C-FE43-4567-817D-FC4D0E3EFC5C}">
          <p14:sldIdLst>
            <p14:sldId id="256"/>
            <p14:sldId id="270"/>
          </p14:sldIdLst>
        </p14:section>
        <p14:section name="Main Content" id="{02D3A5E1-A4CC-47EC-A531-EDE3041FCD15}">
          <p14:sldIdLst>
            <p14:sldId id="271"/>
            <p14:sldId id="261"/>
            <p14:sldId id="287"/>
          </p14:sldIdLst>
        </p14:section>
        <p14:section name="Ending" id="{398642B9-F7F7-470D-9E81-485D4F1369EC}">
          <p14:sldIdLst>
            <p14:sldId id="286"/>
            <p14:sldId id="281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3468A6-D3FD-4A67-B086-4C33440A9BFA}" v="174" dt="2026-01-26T13:59:48.1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neeth Reddy Katukuri" userId="cb5c053caf8d3c0b" providerId="LiveId" clId="{72DA9F21-6F6F-4787-8949-4A313FB6FA0E}"/>
    <pc:docChg chg="undo custSel addSld delSld modSld sldOrd addSection delSection modSection">
      <pc:chgData name="Praneeth Reddy Katukuri" userId="cb5c053caf8d3c0b" providerId="LiveId" clId="{72DA9F21-6F6F-4787-8949-4A313FB6FA0E}" dt="2026-01-26T13:59:55.115" v="1889" actId="12"/>
      <pc:docMkLst>
        <pc:docMk/>
      </pc:docMkLst>
      <pc:sldChg chg="modSp mod">
        <pc:chgData name="Praneeth Reddy Katukuri" userId="cb5c053caf8d3c0b" providerId="LiveId" clId="{72DA9F21-6F6F-4787-8949-4A313FB6FA0E}" dt="2026-01-26T12:53:02.131" v="443" actId="113"/>
        <pc:sldMkLst>
          <pc:docMk/>
          <pc:sldMk cId="2267418309" sldId="256"/>
        </pc:sldMkLst>
        <pc:spChg chg="mod">
          <ac:chgData name="Praneeth Reddy Katukuri" userId="cb5c053caf8d3c0b" providerId="LiveId" clId="{72DA9F21-6F6F-4787-8949-4A313FB6FA0E}" dt="2026-01-26T12:51:55.467" v="424" actId="14100"/>
          <ac:spMkLst>
            <pc:docMk/>
            <pc:sldMk cId="2267418309" sldId="256"/>
            <ac:spMk id="2" creationId="{00000000-0000-0000-0000-000000000000}"/>
          </ac:spMkLst>
        </pc:spChg>
        <pc:spChg chg="mod">
          <ac:chgData name="Praneeth Reddy Katukuri" userId="cb5c053caf8d3c0b" providerId="LiveId" clId="{72DA9F21-6F6F-4787-8949-4A313FB6FA0E}" dt="2026-01-26T12:53:02.131" v="443" actId="113"/>
          <ac:spMkLst>
            <pc:docMk/>
            <pc:sldMk cId="2267418309" sldId="256"/>
            <ac:spMk id="3" creationId="{00000000-0000-0000-0000-000000000000}"/>
          </ac:spMkLst>
        </pc:spChg>
      </pc:sldChg>
      <pc:sldChg chg="addSp delSp modSp add del mod">
        <pc:chgData name="Praneeth Reddy Katukuri" userId="cb5c053caf8d3c0b" providerId="LiveId" clId="{72DA9F21-6F6F-4787-8949-4A313FB6FA0E}" dt="2026-01-26T13:54:39.738" v="1837" actId="6549"/>
        <pc:sldMkLst>
          <pc:docMk/>
          <pc:sldMk cId="321434602" sldId="261"/>
        </pc:sldMkLst>
        <pc:spChg chg="mod">
          <ac:chgData name="Praneeth Reddy Katukuri" userId="cb5c053caf8d3c0b" providerId="LiveId" clId="{72DA9F21-6F6F-4787-8949-4A313FB6FA0E}" dt="2026-01-26T13:54:39.738" v="1837" actId="6549"/>
          <ac:spMkLst>
            <pc:docMk/>
            <pc:sldMk cId="321434602" sldId="261"/>
            <ac:spMk id="3" creationId="{00000000-0000-0000-0000-000000000000}"/>
          </ac:spMkLst>
        </pc:spChg>
        <pc:spChg chg="add">
          <ac:chgData name="Praneeth Reddy Katukuri" userId="cb5c053caf8d3c0b" providerId="LiveId" clId="{72DA9F21-6F6F-4787-8949-4A313FB6FA0E}" dt="2026-01-26T12:57:32.143" v="447"/>
          <ac:spMkLst>
            <pc:docMk/>
            <pc:sldMk cId="321434602" sldId="261"/>
            <ac:spMk id="4" creationId="{CB64C0CD-61B7-6FA1-C0BC-0A95773AB502}"/>
          </ac:spMkLst>
        </pc:spChg>
        <pc:spChg chg="add del mod">
          <ac:chgData name="Praneeth Reddy Katukuri" userId="cb5c053caf8d3c0b" providerId="LiveId" clId="{72DA9F21-6F6F-4787-8949-4A313FB6FA0E}" dt="2026-01-26T12:58:39.941" v="490" actId="478"/>
          <ac:spMkLst>
            <pc:docMk/>
            <pc:sldMk cId="321434602" sldId="261"/>
            <ac:spMk id="5" creationId="{9F5AD00D-B7F0-83B9-8E3B-432444F55CA1}"/>
          </ac:spMkLst>
        </pc:spChg>
        <pc:spChg chg="add del mod">
          <ac:chgData name="Praneeth Reddy Katukuri" userId="cb5c053caf8d3c0b" providerId="LiveId" clId="{72DA9F21-6F6F-4787-8949-4A313FB6FA0E}" dt="2026-01-26T13:00:39.854" v="512" actId="478"/>
          <ac:spMkLst>
            <pc:docMk/>
            <pc:sldMk cId="321434602" sldId="261"/>
            <ac:spMk id="6" creationId="{54239B8B-C667-2C38-9DFF-FAFCDA93FB53}"/>
          </ac:spMkLst>
        </pc:spChg>
        <pc:spChg chg="add">
          <ac:chgData name="Praneeth Reddy Katukuri" userId="cb5c053caf8d3c0b" providerId="LiveId" clId="{72DA9F21-6F6F-4787-8949-4A313FB6FA0E}" dt="2026-01-26T13:00:54.044" v="520"/>
          <ac:spMkLst>
            <pc:docMk/>
            <pc:sldMk cId="321434602" sldId="261"/>
            <ac:spMk id="7" creationId="{A70FCE51-0C0F-501F-88B6-EE52D4578DA5}"/>
          </ac:spMkLst>
        </pc:spChg>
        <pc:spChg chg="add">
          <ac:chgData name="Praneeth Reddy Katukuri" userId="cb5c053caf8d3c0b" providerId="LiveId" clId="{72DA9F21-6F6F-4787-8949-4A313FB6FA0E}" dt="2026-01-26T13:02:13.660" v="716"/>
          <ac:spMkLst>
            <pc:docMk/>
            <pc:sldMk cId="321434602" sldId="261"/>
            <ac:spMk id="8" creationId="{1A63DD57-BC72-2E9C-778E-717844B9257B}"/>
          </ac:spMkLst>
        </pc:spChg>
        <pc:spChg chg="add del mod">
          <ac:chgData name="Praneeth Reddy Katukuri" userId="cb5c053caf8d3c0b" providerId="LiveId" clId="{72DA9F21-6F6F-4787-8949-4A313FB6FA0E}" dt="2026-01-26T13:05:28.416" v="792" actId="478"/>
          <ac:spMkLst>
            <pc:docMk/>
            <pc:sldMk cId="321434602" sldId="261"/>
            <ac:spMk id="9" creationId="{1627F618-4C8E-C8EB-DD87-EA8BB51221A1}"/>
          </ac:spMkLst>
        </pc:spChg>
      </pc:sldChg>
      <pc:sldChg chg="modSp mod">
        <pc:chgData name="Praneeth Reddy Katukuri" userId="cb5c053caf8d3c0b" providerId="LiveId" clId="{72DA9F21-6F6F-4787-8949-4A313FB6FA0E}" dt="2026-01-26T13:13:36.370" v="1178" actId="20577"/>
        <pc:sldMkLst>
          <pc:docMk/>
          <pc:sldMk cId="2867676820" sldId="270"/>
        </pc:sldMkLst>
        <pc:spChg chg="mod">
          <ac:chgData name="Praneeth Reddy Katukuri" userId="cb5c053caf8d3c0b" providerId="LiveId" clId="{72DA9F21-6F6F-4787-8949-4A313FB6FA0E}" dt="2026-01-26T13:13:36.370" v="1178" actId="20577"/>
          <ac:spMkLst>
            <pc:docMk/>
            <pc:sldMk cId="2867676820" sldId="270"/>
            <ac:spMk id="3" creationId="{00000000-0000-0000-0000-000000000000}"/>
          </ac:spMkLst>
        </pc:spChg>
      </pc:sldChg>
      <pc:sldChg chg="addSp modSp add del mod ord">
        <pc:chgData name="Praneeth Reddy Katukuri" userId="cb5c053caf8d3c0b" providerId="LiveId" clId="{72DA9F21-6F6F-4787-8949-4A313FB6FA0E}" dt="2026-01-26T13:54:04.987" v="1832" actId="255"/>
        <pc:sldMkLst>
          <pc:docMk/>
          <pc:sldMk cId="0" sldId="271"/>
        </pc:sldMkLst>
        <pc:spChg chg="add">
          <ac:chgData name="Praneeth Reddy Katukuri" userId="cb5c053caf8d3c0b" providerId="LiveId" clId="{72DA9F21-6F6F-4787-8949-4A313FB6FA0E}" dt="2026-01-26T13:14:17.029" v="1179"/>
          <ac:spMkLst>
            <pc:docMk/>
            <pc:sldMk cId="0" sldId="271"/>
            <ac:spMk id="2" creationId="{154EDFC5-F0C4-2758-D2CB-E85716C9F3B8}"/>
          </ac:spMkLst>
        </pc:spChg>
        <pc:spChg chg="add">
          <ac:chgData name="Praneeth Reddy Katukuri" userId="cb5c053caf8d3c0b" providerId="LiveId" clId="{72DA9F21-6F6F-4787-8949-4A313FB6FA0E}" dt="2026-01-26T13:14:28.552" v="1183"/>
          <ac:spMkLst>
            <pc:docMk/>
            <pc:sldMk cId="0" sldId="271"/>
            <ac:spMk id="3" creationId="{0226475D-8F06-D26F-830F-9A95D0941194}"/>
          </ac:spMkLst>
        </pc:spChg>
        <pc:spChg chg="add">
          <ac:chgData name="Praneeth Reddy Katukuri" userId="cb5c053caf8d3c0b" providerId="LiveId" clId="{72DA9F21-6F6F-4787-8949-4A313FB6FA0E}" dt="2026-01-26T13:15:10.149" v="1192"/>
          <ac:spMkLst>
            <pc:docMk/>
            <pc:sldMk cId="0" sldId="271"/>
            <ac:spMk id="4" creationId="{C2E24A96-FD80-7BD7-D0C1-7000657461F8}"/>
          </ac:spMkLst>
        </pc:spChg>
        <pc:spChg chg="add">
          <ac:chgData name="Praneeth Reddy Katukuri" userId="cb5c053caf8d3c0b" providerId="LiveId" clId="{72DA9F21-6F6F-4787-8949-4A313FB6FA0E}" dt="2026-01-26T13:15:22.656" v="1193"/>
          <ac:spMkLst>
            <pc:docMk/>
            <pc:sldMk cId="0" sldId="271"/>
            <ac:spMk id="5" creationId="{B8A3FE7A-C440-3A59-7D4C-FAC8418EA80B}"/>
          </ac:spMkLst>
        </pc:spChg>
        <pc:spChg chg="add">
          <ac:chgData name="Praneeth Reddy Katukuri" userId="cb5c053caf8d3c0b" providerId="LiveId" clId="{72DA9F21-6F6F-4787-8949-4A313FB6FA0E}" dt="2026-01-26T13:15:24.848" v="1194"/>
          <ac:spMkLst>
            <pc:docMk/>
            <pc:sldMk cId="0" sldId="271"/>
            <ac:spMk id="6" creationId="{38B24C9A-9CEB-3831-4ED9-A1C338D0108B}"/>
          </ac:spMkLst>
        </pc:spChg>
        <pc:spChg chg="mod">
          <ac:chgData name="Praneeth Reddy Katukuri" userId="cb5c053caf8d3c0b" providerId="LiveId" clId="{72DA9F21-6F6F-4787-8949-4A313FB6FA0E}" dt="2026-01-26T13:54:04.987" v="1832" actId="255"/>
          <ac:spMkLst>
            <pc:docMk/>
            <pc:sldMk cId="0" sldId="271"/>
            <ac:spMk id="107" creationId="{00000000-0000-0000-0000-000000000000}"/>
          </ac:spMkLst>
        </pc:spChg>
      </pc:sldChg>
      <pc:sldChg chg="modSp add del mod">
        <pc:chgData name="Praneeth Reddy Katukuri" userId="cb5c053caf8d3c0b" providerId="LiveId" clId="{72DA9F21-6F6F-4787-8949-4A313FB6FA0E}" dt="2026-01-26T13:56:59.212" v="1861" actId="255"/>
        <pc:sldMkLst>
          <pc:docMk/>
          <pc:sldMk cId="2325176865" sldId="281"/>
        </pc:sldMkLst>
        <pc:spChg chg="mod">
          <ac:chgData name="Praneeth Reddy Katukuri" userId="cb5c053caf8d3c0b" providerId="LiveId" clId="{72DA9F21-6F6F-4787-8949-4A313FB6FA0E}" dt="2026-01-26T13:36:20.578" v="1554" actId="113"/>
          <ac:spMkLst>
            <pc:docMk/>
            <pc:sldMk cId="2325176865" sldId="281"/>
            <ac:spMk id="2" creationId="{00000000-0000-0000-0000-000000000000}"/>
          </ac:spMkLst>
        </pc:spChg>
        <pc:graphicFrameChg chg="mod modGraphic">
          <ac:chgData name="Praneeth Reddy Katukuri" userId="cb5c053caf8d3c0b" providerId="LiveId" clId="{72DA9F21-6F6F-4787-8949-4A313FB6FA0E}" dt="2026-01-26T13:56:59.212" v="1861" actId="255"/>
          <ac:graphicFrameMkLst>
            <pc:docMk/>
            <pc:sldMk cId="2325176865" sldId="281"/>
            <ac:graphicFrameMk id="6" creationId="{00000000-0000-0000-0000-000000000000}"/>
          </ac:graphicFrameMkLst>
        </pc:graphicFrameChg>
      </pc:sldChg>
      <pc:sldChg chg="addSp delSp modSp add del mod">
        <pc:chgData name="Praneeth Reddy Katukuri" userId="cb5c053caf8d3c0b" providerId="LiveId" clId="{72DA9F21-6F6F-4787-8949-4A313FB6FA0E}" dt="2026-01-26T13:56:40.091" v="1857" actId="2711"/>
        <pc:sldMkLst>
          <pc:docMk/>
          <pc:sldMk cId="1834864502" sldId="286"/>
        </pc:sldMkLst>
        <pc:spChg chg="mod">
          <ac:chgData name="Praneeth Reddy Katukuri" userId="cb5c053caf8d3c0b" providerId="LiveId" clId="{72DA9F21-6F6F-4787-8949-4A313FB6FA0E}" dt="2026-01-26T13:36:29.275" v="1555" actId="113"/>
          <ac:spMkLst>
            <pc:docMk/>
            <pc:sldMk cId="1834864502" sldId="286"/>
            <ac:spMk id="2" creationId="{00000000-0000-0000-0000-000000000000}"/>
          </ac:spMkLst>
        </pc:spChg>
        <pc:spChg chg="add del mod">
          <ac:chgData name="Praneeth Reddy Katukuri" userId="cb5c053caf8d3c0b" providerId="LiveId" clId="{72DA9F21-6F6F-4787-8949-4A313FB6FA0E}" dt="2026-01-26T13:22:20.297" v="1338"/>
          <ac:spMkLst>
            <pc:docMk/>
            <pc:sldMk cId="1834864502" sldId="286"/>
            <ac:spMk id="3" creationId="{00000000-0000-0000-0000-000000000000}"/>
          </ac:spMkLst>
        </pc:spChg>
        <pc:spChg chg="add">
          <ac:chgData name="Praneeth Reddy Katukuri" userId="cb5c053caf8d3c0b" providerId="LiveId" clId="{72DA9F21-6F6F-4787-8949-4A313FB6FA0E}" dt="2026-01-26T13:22:03.228" v="1331"/>
          <ac:spMkLst>
            <pc:docMk/>
            <pc:sldMk cId="1834864502" sldId="286"/>
            <ac:spMk id="4" creationId="{D9CB08C2-6AE9-2A8C-4BA6-22306253B3DA}"/>
          </ac:spMkLst>
        </pc:spChg>
        <pc:spChg chg="add mod">
          <ac:chgData name="Praneeth Reddy Katukuri" userId="cb5c053caf8d3c0b" providerId="LiveId" clId="{72DA9F21-6F6F-4787-8949-4A313FB6FA0E}" dt="2026-01-26T13:22:20.278" v="1337"/>
          <ac:spMkLst>
            <pc:docMk/>
            <pc:sldMk cId="1834864502" sldId="286"/>
            <ac:spMk id="5" creationId="{FE8870F4-4156-5663-B3B5-C53EA3BBA92B}"/>
          </ac:spMkLst>
        </pc:spChg>
        <pc:spChg chg="add mod">
          <ac:chgData name="Praneeth Reddy Katukuri" userId="cb5c053caf8d3c0b" providerId="LiveId" clId="{72DA9F21-6F6F-4787-8949-4A313FB6FA0E}" dt="2026-01-26T13:24:50.474" v="1373" actId="14100"/>
          <ac:spMkLst>
            <pc:docMk/>
            <pc:sldMk cId="1834864502" sldId="286"/>
            <ac:spMk id="6" creationId="{682FAD15-69A9-4171-0A9B-54BDF4265DD7}"/>
          </ac:spMkLst>
        </pc:spChg>
        <pc:spChg chg="add del mod">
          <ac:chgData name="Praneeth Reddy Katukuri" userId="cb5c053caf8d3c0b" providerId="LiveId" clId="{72DA9F21-6F6F-4787-8949-4A313FB6FA0E}" dt="2026-01-26T13:25:12.801" v="1377" actId="478"/>
          <ac:spMkLst>
            <pc:docMk/>
            <pc:sldMk cId="1834864502" sldId="286"/>
            <ac:spMk id="7" creationId="{B845ACDE-A380-177B-C148-CBFB9EB68AF9}"/>
          </ac:spMkLst>
        </pc:spChg>
        <pc:spChg chg="add del mod">
          <ac:chgData name="Praneeth Reddy Katukuri" userId="cb5c053caf8d3c0b" providerId="LiveId" clId="{72DA9F21-6F6F-4787-8949-4A313FB6FA0E}" dt="2026-01-26T13:25:56.080" v="1389"/>
          <ac:spMkLst>
            <pc:docMk/>
            <pc:sldMk cId="1834864502" sldId="286"/>
            <ac:spMk id="8" creationId="{1130E0F1-621A-6D3D-0526-59C46A39D424}"/>
          </ac:spMkLst>
        </pc:spChg>
        <pc:spChg chg="add del mod">
          <ac:chgData name="Praneeth Reddy Katukuri" userId="cb5c053caf8d3c0b" providerId="LiveId" clId="{72DA9F21-6F6F-4787-8949-4A313FB6FA0E}" dt="2026-01-26T13:26:09.124" v="1391" actId="478"/>
          <ac:spMkLst>
            <pc:docMk/>
            <pc:sldMk cId="1834864502" sldId="286"/>
            <ac:spMk id="9" creationId="{9F41038F-164F-9DEC-413A-F4169D7E60A6}"/>
          </ac:spMkLst>
        </pc:spChg>
        <pc:spChg chg="add mod">
          <ac:chgData name="Praneeth Reddy Katukuri" userId="cb5c053caf8d3c0b" providerId="LiveId" clId="{72DA9F21-6F6F-4787-8949-4A313FB6FA0E}" dt="2026-01-26T13:56:40.091" v="1857" actId="2711"/>
          <ac:spMkLst>
            <pc:docMk/>
            <pc:sldMk cId="1834864502" sldId="286"/>
            <ac:spMk id="11" creationId="{3A64E305-C18B-70D6-E5B6-70588C949683}"/>
          </ac:spMkLst>
        </pc:spChg>
      </pc:sldChg>
      <pc:sldChg chg="modSp add del mod">
        <pc:chgData name="Praneeth Reddy Katukuri" userId="cb5c053caf8d3c0b" providerId="LiveId" clId="{72DA9F21-6F6F-4787-8949-4A313FB6FA0E}" dt="2026-01-26T13:55:08.636" v="1844" actId="255"/>
        <pc:sldMkLst>
          <pc:docMk/>
          <pc:sldMk cId="1964299419" sldId="287"/>
        </pc:sldMkLst>
        <pc:spChg chg="mod">
          <ac:chgData name="Praneeth Reddy Katukuri" userId="cb5c053caf8d3c0b" providerId="LiveId" clId="{72DA9F21-6F6F-4787-8949-4A313FB6FA0E}" dt="2026-01-26T13:55:08.636" v="1844" actId="255"/>
          <ac:spMkLst>
            <pc:docMk/>
            <pc:sldMk cId="1964299419" sldId="287"/>
            <ac:spMk id="3" creationId="{12CC2DA8-A250-5020-B55F-2C52279835C4}"/>
          </ac:spMkLst>
        </pc:spChg>
      </pc:sldChg>
      <pc:sldChg chg="addSp delSp modSp new mod">
        <pc:chgData name="Praneeth Reddy Katukuri" userId="cb5c053caf8d3c0b" providerId="LiveId" clId="{72DA9F21-6F6F-4787-8949-4A313FB6FA0E}" dt="2026-01-26T13:59:55.115" v="1889" actId="12"/>
        <pc:sldMkLst>
          <pc:docMk/>
          <pc:sldMk cId="1473192118" sldId="288"/>
        </pc:sldMkLst>
        <pc:spChg chg="mod">
          <ac:chgData name="Praneeth Reddy Katukuri" userId="cb5c053caf8d3c0b" providerId="LiveId" clId="{72DA9F21-6F6F-4787-8949-4A313FB6FA0E}" dt="2026-01-26T13:45:17.514" v="1699" actId="14100"/>
          <ac:spMkLst>
            <pc:docMk/>
            <pc:sldMk cId="1473192118" sldId="288"/>
            <ac:spMk id="2" creationId="{EE7C268D-66F1-F969-4FC5-350EB79632DB}"/>
          </ac:spMkLst>
        </pc:spChg>
        <pc:spChg chg="del mod">
          <ac:chgData name="Praneeth Reddy Katukuri" userId="cb5c053caf8d3c0b" providerId="LiveId" clId="{72DA9F21-6F6F-4787-8949-4A313FB6FA0E}" dt="2026-01-26T13:39:35.299" v="1613" actId="3680"/>
          <ac:spMkLst>
            <pc:docMk/>
            <pc:sldMk cId="1473192118" sldId="288"/>
            <ac:spMk id="3" creationId="{188821C5-3823-166A-F7C8-CA869C442E59}"/>
          </ac:spMkLst>
        </pc:spChg>
        <pc:graphicFrameChg chg="add del modGraphic">
          <ac:chgData name="Praneeth Reddy Katukuri" userId="cb5c053caf8d3c0b" providerId="LiveId" clId="{72DA9F21-6F6F-4787-8949-4A313FB6FA0E}" dt="2026-01-26T13:38:39.570" v="1606" actId="3680"/>
          <ac:graphicFrameMkLst>
            <pc:docMk/>
            <pc:sldMk cId="1473192118" sldId="288"/>
            <ac:graphicFrameMk id="4" creationId="{70E975B7-D6E9-46F8-CBD8-B9E5DE9486BA}"/>
          </ac:graphicFrameMkLst>
        </pc:graphicFrameChg>
        <pc:graphicFrameChg chg="add mod ord modGraphic">
          <ac:chgData name="Praneeth Reddy Katukuri" userId="cb5c053caf8d3c0b" providerId="LiveId" clId="{72DA9F21-6F6F-4787-8949-4A313FB6FA0E}" dt="2026-01-26T13:59:55.115" v="1889" actId="12"/>
          <ac:graphicFrameMkLst>
            <pc:docMk/>
            <pc:sldMk cId="1473192118" sldId="288"/>
            <ac:graphicFrameMk id="5" creationId="{5FCAE370-3FA4-D0E6-A733-804DDA68DC3B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45BD59-DC51-473A-BA5A-A2995812E7E9}" type="datetimeFigureOut">
              <a:rPr lang="en-IN" smtClean="0"/>
              <a:t>26-01-2026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F9E37F-9013-4BCE-B9E0-01456EA94B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3107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05682-797F-44FC-A382-8B6C2659ED26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1D784-9BF3-4C07-8329-5ECC9192B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632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05682-797F-44FC-A382-8B6C2659ED26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1D784-9BF3-4C07-8329-5ECC9192B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216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05682-797F-44FC-A382-8B6C2659ED26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1D784-9BF3-4C07-8329-5ECC9192B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311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05682-797F-44FC-A382-8B6C2659ED26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1D784-9BF3-4C07-8329-5ECC9192B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205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05682-797F-44FC-A382-8B6C2659ED26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1D784-9BF3-4C07-8329-5ECC9192B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722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05682-797F-44FC-A382-8B6C2659ED26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1D784-9BF3-4C07-8329-5ECC9192B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770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05682-797F-44FC-A382-8B6C2659ED26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1D784-9BF3-4C07-8329-5ECC9192B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798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05682-797F-44FC-A382-8B6C2659ED26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1D784-9BF3-4C07-8329-5ECC9192B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515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05682-797F-44FC-A382-8B6C2659ED26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1D784-9BF3-4C07-8329-5ECC9192B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246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05682-797F-44FC-A382-8B6C2659ED26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1D784-9BF3-4C07-8329-5ECC9192B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247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05682-797F-44FC-A382-8B6C2659ED26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1D784-9BF3-4C07-8329-5ECC9192B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642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505682-797F-44FC-A382-8B6C2659ED26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21D784-9BF3-4C07-8329-5ECC9192B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938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3183" y="169327"/>
            <a:ext cx="11998817" cy="2432205"/>
          </a:xfrm>
        </p:spPr>
        <p:txBody>
          <a:bodyPr>
            <a:normAutofit fontScale="90000"/>
          </a:bodyPr>
          <a:lstStyle/>
          <a:p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GOKARAJU RANGARAJU INSTITUTE OF ENGINEERING AND TECHNOLOGY</a:t>
            </a:r>
            <a:b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100" dirty="0"/>
            </a:br>
            <a:r>
              <a:rPr lang="en-US" sz="31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 Project Review-1</a:t>
            </a:r>
            <a:b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8929" y="1927123"/>
            <a:ext cx="11169445" cy="4355690"/>
          </a:xfrm>
        </p:spPr>
        <p:txBody>
          <a:bodyPr>
            <a:normAutofit fontScale="92500"/>
          </a:bodyPr>
          <a:lstStyle/>
          <a:p>
            <a:r>
              <a:rPr lang="en-US" sz="3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Cloud Operations Monitoring System</a:t>
            </a:r>
          </a:p>
          <a:p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esteemed guidance of</a:t>
            </a:r>
          </a:p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Lakshmi Prasanna </a:t>
            </a:r>
            <a:endParaRPr lang="en-US" sz="30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1" dirty="0"/>
              <a:t> </a:t>
            </a:r>
            <a:endParaRPr lang="en-US" i="1" dirty="0"/>
          </a:p>
          <a:p>
            <a:pPr algn="r"/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Yada Amruth Chandra -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23241A053E</a:t>
            </a:r>
          </a:p>
          <a:p>
            <a:pPr algn="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No: F-7				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Maringanti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Rohan Ram -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23241A051C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r"/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Katukuri Praneeth Reddy -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23241A054B</a:t>
            </a:r>
          </a:p>
          <a:p>
            <a:pPr algn="r"/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Rahul Padala -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23241A055C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dirty="0"/>
          </a:p>
        </p:txBody>
      </p:sp>
      <p:pic>
        <p:nvPicPr>
          <p:cNvPr id="4" name="image1.jpeg" descr="C:\Users\admin\Desktop\downloa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183" y="421415"/>
            <a:ext cx="1075386" cy="964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418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1462" y="0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IN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4849" y="1225550"/>
            <a:ext cx="10282238" cy="486092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514350" indent="-51435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and Motivation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</a:t>
            </a:r>
          </a:p>
        </p:txBody>
      </p:sp>
    </p:spTree>
    <p:extLst>
      <p:ext uri="{BB962C8B-B14F-4D97-AF65-F5344CB8AC3E}">
        <p14:creationId xmlns:p14="http://schemas.microsoft.com/office/powerpoint/2010/main" val="2867676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>
            <a:spLocks noGrp="1"/>
          </p:cNvSpPr>
          <p:nvPr>
            <p:ph type="title"/>
          </p:nvPr>
        </p:nvSpPr>
        <p:spPr>
          <a:xfrm>
            <a:off x="407504" y="196256"/>
            <a:ext cx="10515600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rgbClr val="C00000"/>
              </a:buClr>
              <a:buSzPts val="4000"/>
            </a:pP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u="sng" dirty="0">
              <a:solidFill>
                <a:schemeClr val="tx1"/>
              </a:solidFill>
            </a:endParaRPr>
          </a:p>
        </p:txBody>
      </p:sp>
      <p:sp>
        <p:nvSpPr>
          <p:cNvPr id="107" name="Google Shape;107;p15"/>
          <p:cNvSpPr txBox="1">
            <a:spLocks noGrp="1"/>
          </p:cNvSpPr>
          <p:nvPr>
            <p:ph type="body" idx="1"/>
          </p:nvPr>
        </p:nvSpPr>
        <p:spPr>
          <a:xfrm>
            <a:off x="569235" y="1159980"/>
            <a:ext cx="10515600" cy="5501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1" algn="just">
              <a:lnSpc>
                <a:spcPct val="150000"/>
              </a:lnSpc>
              <a:spcBef>
                <a:spcPts val="0"/>
              </a:spcBef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 Cloud systems generate a large amount of monitoring data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Manual monitoring is time-consuming and inefficient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are detected only after failures occur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Multiple alerts create confusion and delay response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Slow issue resolution increases system downtime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There is a need for early problem detection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600" dirty="0">
                <a:latin typeface="Times New Roman"/>
                <a:ea typeface="Times New Roman"/>
                <a:cs typeface="Times New Roman"/>
                <a:sym typeface="Times New Roman"/>
              </a:rPr>
              <a:t>Therefore, some automated solutions are needed to reduce the human intervention .</a:t>
            </a: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2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6267"/>
          </a:xfrm>
        </p:spPr>
        <p:txBody>
          <a:bodyPr>
            <a:normAutofit/>
          </a:bodyPr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31392"/>
            <a:ext cx="12192000" cy="5626608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collects and monitors cloud system data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analyzes data instead of manual checking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unusual behavior early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 possible failures before they occur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unnecessary alerts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fixes common problems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reduce downtime and human effort</a:t>
            </a:r>
          </a:p>
          <a:p>
            <a:pPr marR="73025" lvl="1" algn="just">
              <a:lnSpc>
                <a:spcPct val="107000"/>
              </a:lnSpc>
              <a:spcAft>
                <a:spcPts val="600"/>
              </a:spcAft>
            </a:pPr>
            <a:endParaRPr lang="en-IN" sz="22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434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F79A6-629B-F7D0-F01B-C003BE930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C2DA8-A250-5020-B55F-2C52279835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is widely used to host applications and services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systems generate data like CPU usage, memory usage, and logs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large cloud systems manually is difficult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monitoring detects problems only after failure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leads to downtime and slow recovery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predicting problems early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also performs basic automatic fixes to reduce downtime</a:t>
            </a:r>
          </a:p>
        </p:txBody>
      </p:sp>
    </p:spTree>
    <p:extLst>
      <p:ext uri="{BB962C8B-B14F-4D97-AF65-F5344CB8AC3E}">
        <p14:creationId xmlns:p14="http://schemas.microsoft.com/office/powerpoint/2010/main" val="1964299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314" y="136525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82FAD15-69A9-4171-0A9B-54BDF4265D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8258" y="1760116"/>
            <a:ext cx="1088431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64E305-C18B-70D6-E5B6-70588C949683}"/>
              </a:ext>
            </a:extLst>
          </p:cNvPr>
          <p:cNvSpPr txBox="1"/>
          <p:nvPr/>
        </p:nvSpPr>
        <p:spPr>
          <a:xfrm>
            <a:off x="403122" y="1127566"/>
            <a:ext cx="11100620" cy="533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system that tracks the health of cloud resources.</a:t>
            </a:r>
          </a:p>
          <a:p>
            <a:pPr marL="9144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mechanism for identifying warning signs of failures.</a:t>
            </a:r>
          </a:p>
          <a:p>
            <a:pPr marL="9144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basic automatic actions to improve system availability.</a:t>
            </a:r>
          </a:p>
          <a:p>
            <a:pPr>
              <a:lnSpc>
                <a:spcPct val="150000"/>
              </a:lnSpc>
            </a:pPr>
            <a:r>
              <a:rPr lang="en-US" sz="4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 cloud system failures highlight the need for better monitoring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handling of cloud issues is slow and inefficient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detection and automation can greatly reduce downtime and effort</a:t>
            </a:r>
          </a:p>
          <a:p>
            <a:pPr algn="just">
              <a:lnSpc>
                <a:spcPct val="150000"/>
              </a:lnSpc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834864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975" y="-191723"/>
            <a:ext cx="11830050" cy="1052596"/>
          </a:xfrm>
        </p:spPr>
        <p:txBody>
          <a:bodyPr vert="horz" lIns="31173" tIns="15586" rIns="31173" bIns="15586" rtlCol="0" anchor="ctr">
            <a:normAutofit/>
          </a:bodyPr>
          <a:lstStyle/>
          <a:p>
            <a:r>
              <a:rPr lang="en-US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8617307"/>
              </p:ext>
            </p:extLst>
          </p:nvPr>
        </p:nvGraphicFramePr>
        <p:xfrm>
          <a:off x="137834" y="1280456"/>
          <a:ext cx="11727551" cy="429708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21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0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20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9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19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812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8611">
                <a:tc>
                  <a:txBody>
                    <a:bodyPr/>
                    <a:lstStyle/>
                    <a:p>
                      <a:pPr marL="0" marR="0" lv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r>
                        <a:rPr lang="en-US" sz="1800" kern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S.No.</a:t>
                      </a:r>
                      <a:endParaRPr lang="en-US" sz="1800" b="1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7153" marR="77153" marT="0" marB="0" anchor="ctr"/>
                </a:tc>
                <a:tc>
                  <a:txBody>
                    <a:bodyPr/>
                    <a:lstStyle/>
                    <a:p>
                      <a:pPr marL="0" marR="0" lvl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The Paper &amp; Year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7153" marR="7715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7153" marR="7715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&amp;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Metrics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7153" marR="7715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Datasets Used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7153" marR="7715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Observed Shortcomings/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Gaps in The Paper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7153" marR="77153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127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</a:p>
                  </a:txBody>
                  <a:tcPr marL="102870" marR="102870" marT="51435" marB="5143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AIOps: Real-Time Analytics for Cloud Operations (2018)</a:t>
                      </a:r>
                    </a:p>
                  </a:txBody>
                  <a:tcPr marL="102870" marR="102870" marT="51435" marB="51435" anchor="ctr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Shubhangi </a:t>
                      </a:r>
                      <a:r>
                        <a:rPr lang="en-I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Vashistha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Ravi Kumar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2870" marR="102870" marT="0" marB="720000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Analyzed cloud monitoring data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anomaly detection techniques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Metrics: CPU usage, memory usage, response time</a:t>
                      </a:r>
                    </a:p>
                  </a:txBody>
                  <a:tcPr marL="102870" marR="102870" marT="51435" marB="51435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 system monitoring data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Logs collected from cloud servers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2870" marR="102870" marT="51435" marB="51435"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Focuses mainly on detection, not prediction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automatic incident resolution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discussion on reducing alert noise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2870" marR="102870" marT="51435" marB="5143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5176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C268D-66F1-F969-4FC5-350EB7963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81547"/>
          </a:xfrm>
        </p:spPr>
        <p:txBody>
          <a:bodyPr anchor="t">
            <a:normAutofit/>
          </a:bodyPr>
          <a:lstStyle/>
          <a:p>
            <a:r>
              <a:rPr lang="en-US" sz="4200" u="sng" dirty="0"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lang="en-IN" sz="4200" u="sng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FCAE370-3FA4-D0E6-A733-804DDA68DC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5307786"/>
              </p:ext>
            </p:extLst>
          </p:nvPr>
        </p:nvGraphicFramePr>
        <p:xfrm>
          <a:off x="484175" y="626089"/>
          <a:ext cx="11223649" cy="61284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9765">
                  <a:extLst>
                    <a:ext uri="{9D8B030D-6E8A-4147-A177-3AD203B41FA5}">
                      <a16:colId xmlns:a16="http://schemas.microsoft.com/office/drawing/2014/main" val="136839526"/>
                    </a:ext>
                  </a:extLst>
                </a:gridCol>
                <a:gridCol w="2340077">
                  <a:extLst>
                    <a:ext uri="{9D8B030D-6E8A-4147-A177-3AD203B41FA5}">
                      <a16:colId xmlns:a16="http://schemas.microsoft.com/office/drawing/2014/main" val="904969552"/>
                    </a:ext>
                  </a:extLst>
                </a:gridCol>
                <a:gridCol w="1474839">
                  <a:extLst>
                    <a:ext uri="{9D8B030D-6E8A-4147-A177-3AD203B41FA5}">
                      <a16:colId xmlns:a16="http://schemas.microsoft.com/office/drawing/2014/main" val="2760250243"/>
                    </a:ext>
                  </a:extLst>
                </a:gridCol>
                <a:gridCol w="2352368">
                  <a:extLst>
                    <a:ext uri="{9D8B030D-6E8A-4147-A177-3AD203B41FA5}">
                      <a16:colId xmlns:a16="http://schemas.microsoft.com/office/drawing/2014/main" val="43194462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904869900"/>
                    </a:ext>
                  </a:extLst>
                </a:gridCol>
                <a:gridCol w="2484000">
                  <a:extLst>
                    <a:ext uri="{9D8B030D-6E8A-4147-A177-3AD203B41FA5}">
                      <a16:colId xmlns:a16="http://schemas.microsoft.com/office/drawing/2014/main" val="833573821"/>
                    </a:ext>
                  </a:extLst>
                </a:gridCol>
              </a:tblGrid>
              <a:tr h="733538">
                <a:tc>
                  <a:txBody>
                    <a:bodyPr/>
                    <a:lstStyle/>
                    <a:p>
                      <a:pPr marL="0" marR="0" lv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r>
                        <a:rPr lang="en-US" sz="1800" b="0" kern="1200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S.No.</a:t>
                      </a:r>
                      <a:endParaRPr lang="en-US" sz="1800" b="0" kern="1200" cap="none" spc="0" dirty="0">
                        <a:ln w="0"/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7153" marR="7715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r>
                        <a:rPr lang="en-US" sz="1800" b="0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The Paper &amp; Year</a:t>
                      </a:r>
                      <a:endParaRPr lang="en-US" sz="1800" b="0" cap="none" spc="0" dirty="0">
                        <a:ln w="0"/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7153" marR="7715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800"/>
                        </a:spcAft>
                      </a:pPr>
                      <a:r>
                        <a:rPr lang="en-US" sz="1800" b="0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  <a:endParaRPr lang="en-US" sz="1800" b="0" cap="none" spc="0" dirty="0">
                        <a:ln w="0"/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7153" marR="7715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b="0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&amp;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b="0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Metrics</a:t>
                      </a:r>
                      <a:endParaRPr lang="en-US" sz="1800" b="0" cap="none" spc="0" dirty="0">
                        <a:ln w="0"/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7153" marR="7715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1800" b="0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Datasets Used</a:t>
                      </a:r>
                      <a:endParaRPr lang="en-US" sz="1800" b="0" cap="none" spc="0" dirty="0">
                        <a:ln w="0"/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7153" marR="7715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Observed Shortcomings/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cap="none" spc="0" dirty="0">
                          <a:ln w="0"/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Gaps in The Paper  </a:t>
                      </a:r>
                      <a:endParaRPr lang="en-US" sz="1800" b="0" cap="none" spc="0" dirty="0">
                        <a:ln w="0"/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7153" marR="7715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3543838"/>
                  </a:ext>
                </a:extLst>
              </a:tr>
              <a:tr h="254378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Predictive Analytics for Incident Management in Cloud Systems (2020)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A. Sharma, P. Gupta</a:t>
                      </a:r>
                    </a:p>
                    <a:p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 models for incident prediction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Historical incident analysis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Metrics: accuracy, prediction rate, downtime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Historical cloud incident data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performance logs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large historical datasets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Does not include automated remediation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dependency on manual intervention</a:t>
                      </a:r>
                    </a:p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8706888"/>
                  </a:ext>
                </a:extLst>
              </a:tr>
              <a:tr h="254378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Anomaly Detection for Cloud Monitoring Systems (2019)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L. Chen, M. Zhang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Analyzed system performance data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Used statistical and pattern-based anomaly detection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Metrics: CPU usage, memory usage, network delay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Cloud server performance datasets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Monitoring data collected over time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Detects issues only after anomalies occur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No prediction of future failures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Does not provide automatic corrective actions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6996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31921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3332</TotalTime>
  <Words>532</Words>
  <Application>Microsoft Office PowerPoint</Application>
  <PresentationFormat>Widescreen</PresentationFormat>
  <Paragraphs>117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 GOKARAJU RANGARAJU INSTITUTE OF ENGINEERING AND TECHNOLOGY Department of Computer Science and Engineering  Mini Project Review-1 </vt:lpstr>
      <vt:lpstr>   CONTENTS</vt:lpstr>
      <vt:lpstr>PROBLEM STATEMENT</vt:lpstr>
      <vt:lpstr>ABSTRACT</vt:lpstr>
      <vt:lpstr>INTRODUCTION</vt:lpstr>
      <vt:lpstr> OBJECTIVES</vt:lpstr>
      <vt:lpstr>LITERATURE SURVEY</vt:lpstr>
      <vt:lpstr>LITERATURE SURVEY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GOKARAJU RANGARAJU INSTITUTE OF ENGINEERING AND TECHNOLOGY Department of Computer Science and Engineering  RTRP/SRP Review-0</dc:title>
  <dc:creator>hp</dc:creator>
  <cp:lastModifiedBy>Praneeth Reddy Katukuri</cp:lastModifiedBy>
  <cp:revision>13</cp:revision>
  <cp:lastPrinted>2026-01-26T16:25:40Z</cp:lastPrinted>
  <dcterms:created xsi:type="dcterms:W3CDTF">2024-03-13T07:24:06Z</dcterms:created>
  <dcterms:modified xsi:type="dcterms:W3CDTF">2026-01-26T16:25:50Z</dcterms:modified>
</cp:coreProperties>
</file>